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notesMasterIdLst>
    <p:notesMasterId r:id="rId18"/>
  </p:notesMasterIdLst>
  <p:handoutMasterIdLst>
    <p:handoutMasterId r:id="rId19"/>
  </p:handoutMasterIdLst>
  <p:sldIdLst>
    <p:sldId id="260" r:id="rId2"/>
    <p:sldId id="259" r:id="rId3"/>
    <p:sldId id="261" r:id="rId4"/>
    <p:sldId id="263" r:id="rId5"/>
    <p:sldId id="264" r:id="rId6"/>
    <p:sldId id="265" r:id="rId7"/>
    <p:sldId id="266" r:id="rId8"/>
    <p:sldId id="267" r:id="rId9"/>
    <p:sldId id="270" r:id="rId10"/>
    <p:sldId id="271" r:id="rId11"/>
    <p:sldId id="272" r:id="rId12"/>
    <p:sldId id="273" r:id="rId13"/>
    <p:sldId id="274" r:id="rId14"/>
    <p:sldId id="275" r:id="rId15"/>
    <p:sldId id="268" r:id="rId16"/>
    <p:sldId id="269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367C0-671F-4A4F-9547-30FE385ADBA6}" v="12" dt="2026-04-30T07:47:05.24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6182" autoAdjust="0"/>
  </p:normalViewPr>
  <p:slideViewPr>
    <p:cSldViewPr showGuides="1">
      <p:cViewPr>
        <p:scale>
          <a:sx n="66" d="100"/>
          <a:sy n="66" d="100"/>
        </p:scale>
        <p:origin x="1330" y="32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19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van Kumar" userId="69c72e276ee502f3" providerId="LiveId" clId="{08C7F062-52A8-472F-8D0F-F8AAE49C889A}"/>
    <pc:docChg chg="undo custSel delSld modSld modMainMaster">
      <pc:chgData name="Jeevan Kumar" userId="69c72e276ee502f3" providerId="LiveId" clId="{08C7F062-52A8-472F-8D0F-F8AAE49C889A}" dt="2026-04-30T07:52:03.460" v="142" actId="114"/>
      <pc:docMkLst>
        <pc:docMk/>
      </pc:docMkLst>
      <pc:sldChg chg="modSp">
        <pc:chgData name="Jeevan Kumar" userId="69c72e276ee502f3" providerId="LiveId" clId="{08C7F062-52A8-472F-8D0F-F8AAE49C889A}" dt="2026-04-30T07:46:04.495" v="26"/>
        <pc:sldMkLst>
          <pc:docMk/>
          <pc:sldMk cId="1153074785" sldId="259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1153074785" sldId="259"/>
            <ac:spMk id="2" creationId="{00000000-0000-0000-0000-000000000000}"/>
          </ac:spMkLst>
        </pc:spChg>
        <pc:spChg chg="mod">
          <ac:chgData name="Jeevan Kumar" userId="69c72e276ee502f3" providerId="LiveId" clId="{08C7F062-52A8-472F-8D0F-F8AAE49C889A}" dt="2026-04-30T07:46:04.495" v="26"/>
          <ac:spMkLst>
            <pc:docMk/>
            <pc:sldMk cId="1153074785" sldId="259"/>
            <ac:spMk id="3" creationId="{00000000-0000-0000-0000-000000000000}"/>
          </ac:spMkLst>
        </pc:spChg>
      </pc:sldChg>
      <pc:sldChg chg="delSp modSp mod">
        <pc:chgData name="Jeevan Kumar" userId="69c72e276ee502f3" providerId="LiveId" clId="{08C7F062-52A8-472F-8D0F-F8AAE49C889A}" dt="2026-04-30T07:52:03.460" v="142" actId="114"/>
        <pc:sldMkLst>
          <pc:docMk/>
          <pc:sldMk cId="840374242" sldId="260"/>
        </pc:sldMkLst>
        <pc:spChg chg="del mod">
          <ac:chgData name="Jeevan Kumar" userId="69c72e276ee502f3" providerId="LiveId" clId="{08C7F062-52A8-472F-8D0F-F8AAE49C889A}" dt="2026-04-30T07:45:49.305" v="20" actId="478"/>
          <ac:spMkLst>
            <pc:docMk/>
            <pc:sldMk cId="840374242" sldId="260"/>
            <ac:spMk id="16" creationId="{8CC3FBB1-31D1-5836-2B4F-4463526FA85A}"/>
          </ac:spMkLst>
        </pc:spChg>
        <pc:spChg chg="del mod">
          <ac:chgData name="Jeevan Kumar" userId="69c72e276ee502f3" providerId="LiveId" clId="{08C7F062-52A8-472F-8D0F-F8AAE49C889A}" dt="2026-04-30T07:45:48.083" v="19" actId="478"/>
          <ac:spMkLst>
            <pc:docMk/>
            <pc:sldMk cId="840374242" sldId="260"/>
            <ac:spMk id="20" creationId="{12EAE0FD-1616-7205-8F38-2E2003AE52B3}"/>
          </ac:spMkLst>
        </pc:spChg>
        <pc:spChg chg="mod">
          <ac:chgData name="Jeevan Kumar" userId="69c72e276ee502f3" providerId="LiveId" clId="{08C7F062-52A8-472F-8D0F-F8AAE49C889A}" dt="2026-04-30T07:52:03.460" v="142" actId="114"/>
          <ac:spMkLst>
            <pc:docMk/>
            <pc:sldMk cId="840374242" sldId="260"/>
            <ac:spMk id="23" creationId="{73BA67A3-7A60-07E3-725E-866FB980B4F8}"/>
          </ac:spMkLst>
        </pc:spChg>
        <pc:picChg chg="del">
          <ac:chgData name="Jeevan Kumar" userId="69c72e276ee502f3" providerId="LiveId" clId="{08C7F062-52A8-472F-8D0F-F8AAE49C889A}" dt="2026-04-30T07:44:48.317" v="0" actId="478"/>
          <ac:picMkLst>
            <pc:docMk/>
            <pc:sldMk cId="840374242" sldId="260"/>
            <ac:picMk id="10" creationId="{462F4991-F4FC-2D1F-EC55-06A2C6ECEF79}"/>
          </ac:picMkLst>
        </pc:picChg>
      </pc:sldChg>
      <pc:sldChg chg="modSp">
        <pc:chgData name="Jeevan Kumar" userId="69c72e276ee502f3" providerId="LiveId" clId="{08C7F062-52A8-472F-8D0F-F8AAE49C889A}" dt="2026-04-30T07:46:04.495" v="26"/>
        <pc:sldMkLst>
          <pc:docMk/>
          <pc:sldMk cId="310570406" sldId="261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310570406" sldId="261"/>
            <ac:spMk id="2" creationId="{00000000-0000-0000-0000-000000000000}"/>
          </ac:spMkLst>
        </pc:spChg>
      </pc:sldChg>
      <pc:sldChg chg="modSp">
        <pc:chgData name="Jeevan Kumar" userId="69c72e276ee502f3" providerId="LiveId" clId="{08C7F062-52A8-472F-8D0F-F8AAE49C889A}" dt="2026-04-30T07:46:04.495" v="26"/>
        <pc:sldMkLst>
          <pc:docMk/>
          <pc:sldMk cId="3714522614" sldId="263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3714522614" sldId="263"/>
            <ac:spMk id="2" creationId="{00000000-0000-0000-0000-000000000000}"/>
          </ac:spMkLst>
        </pc:spChg>
        <pc:spChg chg="mod">
          <ac:chgData name="Jeevan Kumar" userId="69c72e276ee502f3" providerId="LiveId" clId="{08C7F062-52A8-472F-8D0F-F8AAE49C889A}" dt="2026-04-30T07:46:04.495" v="26"/>
          <ac:spMkLst>
            <pc:docMk/>
            <pc:sldMk cId="3714522614" sldId="263"/>
            <ac:spMk id="3" creationId="{00000000-0000-0000-0000-000000000000}"/>
          </ac:spMkLst>
        </pc:spChg>
      </pc:sldChg>
      <pc:sldChg chg="modSp">
        <pc:chgData name="Jeevan Kumar" userId="69c72e276ee502f3" providerId="LiveId" clId="{08C7F062-52A8-472F-8D0F-F8AAE49C889A}" dt="2026-04-30T07:46:04.495" v="26"/>
        <pc:sldMkLst>
          <pc:docMk/>
          <pc:sldMk cId="4003618854" sldId="264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4003618854" sldId="264"/>
            <ac:spMk id="2" creationId="{00000000-0000-0000-0000-000000000000}"/>
          </ac:spMkLst>
        </pc:spChg>
        <pc:spChg chg="mod">
          <ac:chgData name="Jeevan Kumar" userId="69c72e276ee502f3" providerId="LiveId" clId="{08C7F062-52A8-472F-8D0F-F8AAE49C889A}" dt="2026-04-30T07:46:04.495" v="26"/>
          <ac:spMkLst>
            <pc:docMk/>
            <pc:sldMk cId="4003618854" sldId="264"/>
            <ac:spMk id="3" creationId="{00000000-0000-0000-0000-000000000000}"/>
          </ac:spMkLst>
        </pc:spChg>
      </pc:sldChg>
      <pc:sldChg chg="addSp delSp modSp mod">
        <pc:chgData name="Jeevan Kumar" userId="69c72e276ee502f3" providerId="LiveId" clId="{08C7F062-52A8-472F-8D0F-F8AAE49C889A}" dt="2026-04-30T07:47:16.812" v="35" actId="931"/>
        <pc:sldMkLst>
          <pc:docMk/>
          <pc:sldMk cId="236976409" sldId="265"/>
        </pc:sldMkLst>
        <pc:spChg chg="add del mod">
          <ac:chgData name="Jeevan Kumar" userId="69c72e276ee502f3" providerId="LiveId" clId="{08C7F062-52A8-472F-8D0F-F8AAE49C889A}" dt="2026-04-30T07:47:16.812" v="35" actId="931"/>
          <ac:spMkLst>
            <pc:docMk/>
            <pc:sldMk cId="236976409" sldId="265"/>
            <ac:spMk id="3" creationId="{5B41A062-5EF6-D965-3C8C-1F4BEB07CA3B}"/>
          </ac:spMkLst>
        </pc:spChg>
        <pc:picChg chg="add mod ord">
          <ac:chgData name="Jeevan Kumar" userId="69c72e276ee502f3" providerId="LiveId" clId="{08C7F062-52A8-472F-8D0F-F8AAE49C889A}" dt="2026-04-30T07:47:16.812" v="35" actId="931"/>
          <ac:picMkLst>
            <pc:docMk/>
            <pc:sldMk cId="236976409" sldId="265"/>
            <ac:picMk id="5" creationId="{41DFD0F6-1F96-7DC4-9FDC-5EA1C194C1A1}"/>
          </ac:picMkLst>
        </pc:picChg>
        <pc:picChg chg="del">
          <ac:chgData name="Jeevan Kumar" userId="69c72e276ee502f3" providerId="LiveId" clId="{08C7F062-52A8-472F-8D0F-F8AAE49C889A}" dt="2026-04-30T07:47:05.243" v="34" actId="478"/>
          <ac:picMkLst>
            <pc:docMk/>
            <pc:sldMk cId="236976409" sldId="265"/>
            <ac:picMk id="9" creationId="{1AFD076F-2B37-659D-353C-41C94AA57D33}"/>
          </ac:picMkLst>
        </pc:picChg>
      </pc:sldChg>
      <pc:sldChg chg="modSp">
        <pc:chgData name="Jeevan Kumar" userId="69c72e276ee502f3" providerId="LiveId" clId="{08C7F062-52A8-472F-8D0F-F8AAE49C889A}" dt="2026-04-30T07:46:04.495" v="26"/>
        <pc:sldMkLst>
          <pc:docMk/>
          <pc:sldMk cId="3596815891" sldId="266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3596815891" sldId="266"/>
            <ac:spMk id="2" creationId="{00000000-0000-0000-0000-000000000000}"/>
          </ac:spMkLst>
        </pc:spChg>
      </pc:sldChg>
      <pc:sldChg chg="modSp mod">
        <pc:chgData name="Jeevan Kumar" userId="69c72e276ee502f3" providerId="LiveId" clId="{08C7F062-52A8-472F-8D0F-F8AAE49C889A}" dt="2026-04-30T07:50:03.513" v="132" actId="20577"/>
        <pc:sldMkLst>
          <pc:docMk/>
          <pc:sldMk cId="1484067023" sldId="267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1484067023" sldId="267"/>
            <ac:spMk id="2" creationId="{00000000-0000-0000-0000-000000000000}"/>
          </ac:spMkLst>
        </pc:spChg>
        <pc:spChg chg="mod">
          <ac:chgData name="Jeevan Kumar" userId="69c72e276ee502f3" providerId="LiveId" clId="{08C7F062-52A8-472F-8D0F-F8AAE49C889A}" dt="2026-04-30T07:50:03.513" v="132" actId="20577"/>
          <ac:spMkLst>
            <pc:docMk/>
            <pc:sldMk cId="1484067023" sldId="267"/>
            <ac:spMk id="3" creationId="{00000000-0000-0000-0000-000000000000}"/>
          </ac:spMkLst>
        </pc:spChg>
      </pc:sldChg>
      <pc:sldChg chg="modSp mod">
        <pc:chgData name="Jeevan Kumar" userId="69c72e276ee502f3" providerId="LiveId" clId="{08C7F062-52A8-472F-8D0F-F8AAE49C889A}" dt="2026-04-30T07:51:45.141" v="141" actId="123"/>
        <pc:sldMkLst>
          <pc:docMk/>
          <pc:sldMk cId="3462402351" sldId="268"/>
        </pc:sldMkLst>
        <pc:spChg chg="mod">
          <ac:chgData name="Jeevan Kumar" userId="69c72e276ee502f3" providerId="LiveId" clId="{08C7F062-52A8-472F-8D0F-F8AAE49C889A}" dt="2026-04-30T07:46:04.495" v="26"/>
          <ac:spMkLst>
            <pc:docMk/>
            <pc:sldMk cId="3462402351" sldId="268"/>
            <ac:spMk id="2" creationId="{6FF7AD74-0A07-B107-C90E-6DF94170A6D4}"/>
          </ac:spMkLst>
        </pc:spChg>
        <pc:spChg chg="mod">
          <ac:chgData name="Jeevan Kumar" userId="69c72e276ee502f3" providerId="LiveId" clId="{08C7F062-52A8-472F-8D0F-F8AAE49C889A}" dt="2026-04-30T07:51:45.141" v="141" actId="123"/>
          <ac:spMkLst>
            <pc:docMk/>
            <pc:sldMk cId="3462402351" sldId="268"/>
            <ac:spMk id="4" creationId="{CA6E3C11-6F30-D434-E20B-486BE7061EDA}"/>
          </ac:spMkLst>
        </pc:spChg>
      </pc:sldChg>
      <pc:sldChg chg="delSp modSp del mod">
        <pc:chgData name="Jeevan Kumar" userId="69c72e276ee502f3" providerId="LiveId" clId="{08C7F062-52A8-472F-8D0F-F8AAE49C889A}" dt="2026-04-30T07:50:59.663" v="136" actId="2696"/>
        <pc:sldMkLst>
          <pc:docMk/>
          <pc:sldMk cId="2461085537" sldId="276"/>
        </pc:sldMkLst>
        <pc:spChg chg="del mod">
          <ac:chgData name="Jeevan Kumar" userId="69c72e276ee502f3" providerId="LiveId" clId="{08C7F062-52A8-472F-8D0F-F8AAE49C889A}" dt="2026-04-30T07:50:53.036" v="135" actId="478"/>
          <ac:spMkLst>
            <pc:docMk/>
            <pc:sldMk cId="2461085537" sldId="276"/>
            <ac:spMk id="3" creationId="{6390EE45-1EF4-C434-59AD-DD8DF5861DB4}"/>
          </ac:spMkLst>
        </pc:spChg>
        <pc:spChg chg="del">
          <ac:chgData name="Jeevan Kumar" userId="69c72e276ee502f3" providerId="LiveId" clId="{08C7F062-52A8-472F-8D0F-F8AAE49C889A}" dt="2026-04-30T07:50:50.005" v="133" actId="478"/>
          <ac:spMkLst>
            <pc:docMk/>
            <pc:sldMk cId="2461085537" sldId="276"/>
            <ac:spMk id="5" creationId="{CE9A680F-8284-66C8-0C7A-22762F113E65}"/>
          </ac:spMkLst>
        </pc:spChg>
      </pc:sldChg>
      <pc:sldMasterChg chg="modTransition modSldLayout">
        <pc:chgData name="Jeevan Kumar" userId="69c72e276ee502f3" providerId="LiveId" clId="{08C7F062-52A8-472F-8D0F-F8AAE49C889A}" dt="2026-04-30T07:45:21.986" v="7"/>
        <pc:sldMasterMkLst>
          <pc:docMk/>
          <pc:sldMasterMk cId="2677865195" sldId="2147483728"/>
        </pc:sldMasterMkLst>
        <pc:sldLayoutChg chg="addSp 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1990544438" sldId="2147483729"/>
          </pc:sldLayoutMkLst>
          <pc:grpChg chg="add">
            <ac:chgData name="Jeevan Kumar" userId="69c72e276ee502f3" providerId="LiveId" clId="{08C7F062-52A8-472F-8D0F-F8AAE49C889A}" dt="2026-04-30T07:45:21.986" v="7"/>
            <ac:grpSpMkLst>
              <pc:docMk/>
              <pc:sldMasterMk cId="2677865195" sldId="2147483728"/>
              <pc:sldLayoutMk cId="1990544438" sldId="2147483729"/>
              <ac:grpSpMk id="7" creationId="{8B23A851-031C-2388-2A2B-C75BC36A7B0D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2295053250" sldId="2147483730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3440198718" sldId="2147483731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2042012767" sldId="2147483732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2363398264" sldId="2147483733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1577557136" sldId="2147483734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1908541420" sldId="2147483735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3117946951" sldId="2147483736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4257390922" sldId="2147483737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1550145942" sldId="2147483738"/>
          </pc:sldLayoutMkLst>
        </pc:sldLayoutChg>
        <pc:sldLayoutChg chg="modTransition">
          <pc:chgData name="Jeevan Kumar" userId="69c72e276ee502f3" providerId="LiveId" clId="{08C7F062-52A8-472F-8D0F-F8AAE49C889A}" dt="2026-04-30T07:45:21.986" v="7"/>
          <pc:sldLayoutMkLst>
            <pc:docMk/>
            <pc:sldMasterMk cId="2677865195" sldId="2147483728"/>
            <pc:sldLayoutMk cId="4226264545" sldId="2147483739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23.388" v="8"/>
        <pc:sldMasterMkLst>
          <pc:docMk/>
          <pc:sldMasterMk cId="1255817748" sldId="2147483740"/>
        </pc:sldMasterMkLst>
        <pc:sldLayoutChg chg="addSp 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2255124804" sldId="2147483741"/>
          </pc:sldLayoutMkLst>
          <pc:grpChg chg="add">
            <ac:chgData name="Jeevan Kumar" userId="69c72e276ee502f3" providerId="LiveId" clId="{08C7F062-52A8-472F-8D0F-F8AAE49C889A}" dt="2026-04-30T07:45:23.388" v="8"/>
            <ac:grpSpMkLst>
              <pc:docMk/>
              <pc:sldMasterMk cId="1255817748" sldId="2147483740"/>
              <pc:sldLayoutMk cId="2255124804" sldId="2147483741"/>
              <ac:grpSpMk id="8" creationId="{0F8061BB-851E-A5A1-844A-556E51758CD1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3507445134" sldId="2147483742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698818009" sldId="2147483743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944509390" sldId="2147483744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131530540" sldId="2147483745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2703326543" sldId="2147483746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2187968637" sldId="2147483747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2540377147" sldId="2147483748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1714495628" sldId="2147483749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2225965356" sldId="2147483755"/>
          </pc:sldLayoutMkLst>
        </pc:sldLayoutChg>
        <pc:sldLayoutChg chg="modTransition">
          <pc:chgData name="Jeevan Kumar" userId="69c72e276ee502f3" providerId="LiveId" clId="{08C7F062-52A8-472F-8D0F-F8AAE49C889A}" dt="2026-04-30T07:45:23.388" v="8"/>
          <pc:sldLayoutMkLst>
            <pc:docMk/>
            <pc:sldMasterMk cId="1255817748" sldId="2147483740"/>
            <pc:sldLayoutMk cId="1386500360" sldId="2147483756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24.682" v="10"/>
        <pc:sldMasterMkLst>
          <pc:docMk/>
          <pc:sldMasterMk cId="1157132519" sldId="2147483757"/>
        </pc:sldMasterMkLst>
        <pc:sldLayoutChg chg="addSp 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846615808" sldId="2147483758"/>
          </pc:sldLayoutMkLst>
          <pc:grpChg chg="add">
            <ac:chgData name="Jeevan Kumar" userId="69c72e276ee502f3" providerId="LiveId" clId="{08C7F062-52A8-472F-8D0F-F8AAE49C889A}" dt="2026-04-30T07:45:24.682" v="10"/>
            <ac:grpSpMkLst>
              <pc:docMk/>
              <pc:sldMasterMk cId="1157132519" sldId="2147483757"/>
              <pc:sldLayoutMk cId="846615808" sldId="2147483758"/>
              <ac:grpSpMk id="7" creationId="{66EFD7DF-5541-3AC2-8CF4-E0AF060097B0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3294603856" sldId="2147483759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1966230048" sldId="2147483760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3868349720" sldId="2147483761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3898383085" sldId="2147483762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794663723" sldId="2147483763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3651365392" sldId="2147483764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4114714055" sldId="2147483765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2065660083" sldId="2147483766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3971174647" sldId="2147483767"/>
          </pc:sldLayoutMkLst>
        </pc:sldLayoutChg>
        <pc:sldLayoutChg chg="modTransition">
          <pc:chgData name="Jeevan Kumar" userId="69c72e276ee502f3" providerId="LiveId" clId="{08C7F062-52A8-472F-8D0F-F8AAE49C889A}" dt="2026-04-30T07:45:24.682" v="10"/>
          <pc:sldLayoutMkLst>
            <pc:docMk/>
            <pc:sldMasterMk cId="1157132519" sldId="2147483757"/>
            <pc:sldLayoutMk cId="2605989465" sldId="2147483768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26.309" v="12"/>
        <pc:sldMasterMkLst>
          <pc:docMk/>
          <pc:sldMasterMk cId="943872787" sldId="2147483769"/>
        </pc:sldMasterMkLst>
        <pc:sldLayoutChg chg="addSp 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3012265117" sldId="2147483770"/>
          </pc:sldLayoutMkLst>
          <pc:grpChg chg="add">
            <ac:chgData name="Jeevan Kumar" userId="69c72e276ee502f3" providerId="LiveId" clId="{08C7F062-52A8-472F-8D0F-F8AAE49C889A}" dt="2026-04-30T07:45:26.309" v="12"/>
            <ac:grpSpMkLst>
              <pc:docMk/>
              <pc:sldMasterMk cId="943872787" sldId="2147483769"/>
              <pc:sldLayoutMk cId="3012265117" sldId="2147483770"/>
              <ac:grpSpMk id="8" creationId="{D4CF98E9-D7CD-4120-42FF-3F5150363F58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128542339" sldId="2147483771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603529133" sldId="2147483772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1721442925" sldId="2147483773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2208431981" sldId="2147483774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1664446824" sldId="2147483775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2622643200" sldId="2147483776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3346904375" sldId="2147483777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2253948468" sldId="2147483778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2098480853" sldId="2147483784"/>
          </pc:sldLayoutMkLst>
        </pc:sldLayoutChg>
        <pc:sldLayoutChg chg="modTransition">
          <pc:chgData name="Jeevan Kumar" userId="69c72e276ee502f3" providerId="LiveId" clId="{08C7F062-52A8-472F-8D0F-F8AAE49C889A}" dt="2026-04-30T07:45:26.309" v="12"/>
          <pc:sldLayoutMkLst>
            <pc:docMk/>
            <pc:sldMasterMk cId="943872787" sldId="2147483769"/>
            <pc:sldLayoutMk cId="1632333778" sldId="2147483785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31.752" v="14"/>
        <pc:sldMasterMkLst>
          <pc:docMk/>
          <pc:sldMasterMk cId="4181158267" sldId="2147483786"/>
        </pc:sldMasterMkLst>
        <pc:sldLayoutChg chg="addSp 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1874216951" sldId="2147483787"/>
          </pc:sldLayoutMkLst>
          <pc:grpChg chg="add">
            <ac:chgData name="Jeevan Kumar" userId="69c72e276ee502f3" providerId="LiveId" clId="{08C7F062-52A8-472F-8D0F-F8AAE49C889A}" dt="2026-04-30T07:45:31.752" v="14"/>
            <ac:grpSpMkLst>
              <pc:docMk/>
              <pc:sldMasterMk cId="4181158267" sldId="2147483786"/>
              <pc:sldLayoutMk cId="1874216951" sldId="2147483787"/>
              <ac:grpSpMk id="7" creationId="{7F083B25-7E05-3323-0125-867E4BE9DB97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2126527454" sldId="2147483788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1275045999" sldId="2147483789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1546258912" sldId="2147483790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2257283725" sldId="2147483791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1831814970" sldId="2147483792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730425280" sldId="2147483793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1468469188" sldId="2147483794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3988701254" sldId="2147483795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4007758762" sldId="2147483801"/>
          </pc:sldLayoutMkLst>
        </pc:sldLayoutChg>
        <pc:sldLayoutChg chg="modTransition">
          <pc:chgData name="Jeevan Kumar" userId="69c72e276ee502f3" providerId="LiveId" clId="{08C7F062-52A8-472F-8D0F-F8AAE49C889A}" dt="2026-04-30T07:45:31.752" v="14"/>
          <pc:sldLayoutMkLst>
            <pc:docMk/>
            <pc:sldMasterMk cId="4181158267" sldId="2147483786"/>
            <pc:sldLayoutMk cId="526065342" sldId="2147483802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40.247" v="15"/>
        <pc:sldMasterMkLst>
          <pc:docMk/>
          <pc:sldMasterMk cId="1890967046" sldId="2147483803"/>
        </pc:sldMasterMkLst>
        <pc:sldLayoutChg chg="addSp 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3271824613" sldId="2147483804"/>
          </pc:sldLayoutMkLst>
          <pc:grpChg chg="add">
            <ac:chgData name="Jeevan Kumar" userId="69c72e276ee502f3" providerId="LiveId" clId="{08C7F062-52A8-472F-8D0F-F8AAE49C889A}" dt="2026-04-30T07:45:40.247" v="15"/>
            <ac:grpSpMkLst>
              <pc:docMk/>
              <pc:sldMasterMk cId="1890967046" sldId="2147483803"/>
              <pc:sldLayoutMk cId="3271824613" sldId="2147483804"/>
              <ac:grpSpMk id="8" creationId="{9E9A1EC7-03B2-2572-E66C-D3D862C2BEBF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1925175008" sldId="2147483805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502029797" sldId="2147483806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3074480592" sldId="2147483807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344317714" sldId="2147483808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3088260151" sldId="2147483809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664189367" sldId="2147483810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2326950380" sldId="2147483811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2128166230" sldId="2147483812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1766333670" sldId="2147483818"/>
          </pc:sldLayoutMkLst>
        </pc:sldLayoutChg>
        <pc:sldLayoutChg chg="modTransition">
          <pc:chgData name="Jeevan Kumar" userId="69c72e276ee502f3" providerId="LiveId" clId="{08C7F062-52A8-472F-8D0F-F8AAE49C889A}" dt="2026-04-30T07:45:40.247" v="15"/>
          <pc:sldLayoutMkLst>
            <pc:docMk/>
            <pc:sldMasterMk cId="1890967046" sldId="2147483803"/>
            <pc:sldLayoutMk cId="1052105239" sldId="2147483819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42.406" v="16"/>
        <pc:sldMasterMkLst>
          <pc:docMk/>
          <pc:sldMasterMk cId="3554372224" sldId="2147483820"/>
        </pc:sldMasterMkLst>
        <pc:sldLayoutChg chg="addSp 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153478507" sldId="2147483821"/>
          </pc:sldLayoutMkLst>
          <pc:grpChg chg="add">
            <ac:chgData name="Jeevan Kumar" userId="69c72e276ee502f3" providerId="LiveId" clId="{08C7F062-52A8-472F-8D0F-F8AAE49C889A}" dt="2026-04-30T07:45:42.406" v="16"/>
            <ac:grpSpMkLst>
              <pc:docMk/>
              <pc:sldMasterMk cId="3554372224" sldId="2147483820"/>
              <pc:sldLayoutMk cId="153478507" sldId="2147483821"/>
              <ac:grpSpMk id="7" creationId="{75203975-0379-56E8-91FA-C84409E67FAF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995995849" sldId="2147483822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508919334" sldId="2147483823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3538588936" sldId="2147483824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1294578792" sldId="2147483825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1645480064" sldId="2147483826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894925970" sldId="2147483827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2391207602" sldId="2147483828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2988194754" sldId="2147483829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1370829886" sldId="2147483830"/>
          </pc:sldLayoutMkLst>
        </pc:sldLayoutChg>
        <pc:sldLayoutChg chg="modTransition">
          <pc:chgData name="Jeevan Kumar" userId="69c72e276ee502f3" providerId="LiveId" clId="{08C7F062-52A8-472F-8D0F-F8AAE49C889A}" dt="2026-04-30T07:45:42.406" v="16"/>
          <pc:sldLayoutMkLst>
            <pc:docMk/>
            <pc:sldMasterMk cId="3554372224" sldId="2147483820"/>
            <pc:sldLayoutMk cId="2571611159" sldId="2147483831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51.548" v="21"/>
        <pc:sldMasterMkLst>
          <pc:docMk/>
          <pc:sldMasterMk cId="169841731" sldId="2147483832"/>
        </pc:sldMasterMkLst>
        <pc:sldLayoutChg chg="addSp 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1900072528" sldId="2147483833"/>
          </pc:sldLayoutMkLst>
          <pc:grpChg chg="add">
            <ac:chgData name="Jeevan Kumar" userId="69c72e276ee502f3" providerId="LiveId" clId="{08C7F062-52A8-472F-8D0F-F8AAE49C889A}" dt="2026-04-30T07:45:51.548" v="21"/>
            <ac:grpSpMkLst>
              <pc:docMk/>
              <pc:sldMasterMk cId="169841731" sldId="2147483832"/>
              <pc:sldLayoutMk cId="1900072528" sldId="2147483833"/>
              <ac:grpSpMk id="8" creationId="{B3FD5B4E-0BB2-C339-6879-EE055B080E95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3517090100" sldId="2147483834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3713962506" sldId="2147483835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3677327899" sldId="2147483836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26231675" sldId="2147483837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1739048783" sldId="2147483838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2567681319" sldId="2147483839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3541038231" sldId="2147483840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2965890875" sldId="2147483841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3888097086" sldId="2147483847"/>
          </pc:sldLayoutMkLst>
        </pc:sldLayoutChg>
        <pc:sldLayoutChg chg="modTransition">
          <pc:chgData name="Jeevan Kumar" userId="69c72e276ee502f3" providerId="LiveId" clId="{08C7F062-52A8-472F-8D0F-F8AAE49C889A}" dt="2026-04-30T07:45:51.548" v="21"/>
          <pc:sldLayoutMkLst>
            <pc:docMk/>
            <pc:sldMasterMk cId="169841731" sldId="2147483832"/>
            <pc:sldLayoutMk cId="1145999793" sldId="2147483848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56.751" v="23"/>
        <pc:sldMasterMkLst>
          <pc:docMk/>
          <pc:sldMasterMk cId="4254001220" sldId="2147483849"/>
        </pc:sldMasterMkLst>
        <pc:sldLayoutChg chg="addSp 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3563214372" sldId="2147483850"/>
          </pc:sldLayoutMkLst>
          <pc:grpChg chg="add">
            <ac:chgData name="Jeevan Kumar" userId="69c72e276ee502f3" providerId="LiveId" clId="{08C7F062-52A8-472F-8D0F-F8AAE49C889A}" dt="2026-04-30T07:45:56.751" v="23"/>
            <ac:grpSpMkLst>
              <pc:docMk/>
              <pc:sldMasterMk cId="4254001220" sldId="2147483849"/>
              <pc:sldLayoutMk cId="3563214372" sldId="2147483850"/>
              <ac:grpSpMk id="7" creationId="{67D95C9F-3F54-0B68-7FF2-05805C57B61C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390864992" sldId="2147483851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1152724531" sldId="2147483852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1219895176" sldId="2147483853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3978659884" sldId="2147483854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1895552269" sldId="2147483855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240801034" sldId="2147483856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2352281130" sldId="2147483857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62003146" sldId="2147483858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3096128209" sldId="2147483865"/>
          </pc:sldLayoutMkLst>
        </pc:sldLayoutChg>
        <pc:sldLayoutChg chg="modTransition">
          <pc:chgData name="Jeevan Kumar" userId="69c72e276ee502f3" providerId="LiveId" clId="{08C7F062-52A8-472F-8D0F-F8AAE49C889A}" dt="2026-04-30T07:45:56.751" v="23"/>
          <pc:sldLayoutMkLst>
            <pc:docMk/>
            <pc:sldMasterMk cId="4254001220" sldId="2147483849"/>
            <pc:sldLayoutMk cId="1332558193" sldId="2147483866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5:58.582" v="24"/>
        <pc:sldMasterMkLst>
          <pc:docMk/>
          <pc:sldMasterMk cId="840061191" sldId="2147483867"/>
        </pc:sldMasterMkLst>
        <pc:sldLayoutChg chg="addSp 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913754483" sldId="2147483868"/>
          </pc:sldLayoutMkLst>
          <pc:grpChg chg="add">
            <ac:chgData name="Jeevan Kumar" userId="69c72e276ee502f3" providerId="LiveId" clId="{08C7F062-52A8-472F-8D0F-F8AAE49C889A}" dt="2026-04-30T07:45:58.582" v="24"/>
            <ac:grpSpMkLst>
              <pc:docMk/>
              <pc:sldMasterMk cId="840061191" sldId="2147483867"/>
              <pc:sldLayoutMk cId="913754483" sldId="2147483868"/>
              <ac:grpSpMk id="7" creationId="{3A89BAE6-A05D-A2D8-B189-C111782EB319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3670602435" sldId="2147483869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3140532693" sldId="2147483870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83091308" sldId="2147483871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4147391772" sldId="2147483872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2678488186" sldId="2147483873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2328267477" sldId="2147483874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4036012146" sldId="2147483875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2402785105" sldId="2147483876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2243349302" sldId="2147483877"/>
          </pc:sldLayoutMkLst>
        </pc:sldLayoutChg>
        <pc:sldLayoutChg chg="modTransition">
          <pc:chgData name="Jeevan Kumar" userId="69c72e276ee502f3" providerId="LiveId" clId="{08C7F062-52A8-472F-8D0F-F8AAE49C889A}" dt="2026-04-30T07:45:58.582" v="24"/>
          <pc:sldLayoutMkLst>
            <pc:docMk/>
            <pc:sldMasterMk cId="840061191" sldId="2147483867"/>
            <pc:sldLayoutMk cId="3101328995" sldId="2147483878"/>
          </pc:sldLayoutMkLst>
        </pc:sldLayoutChg>
      </pc:sldMasterChg>
      <pc:sldMasterChg chg="modTransition modSldLayout">
        <pc:chgData name="Jeevan Kumar" userId="69c72e276ee502f3" providerId="LiveId" clId="{08C7F062-52A8-472F-8D0F-F8AAE49C889A}" dt="2026-04-30T07:46:04.495" v="26"/>
        <pc:sldMasterMkLst>
          <pc:docMk/>
          <pc:sldMasterMk cId="1124104469" sldId="2147483879"/>
        </pc:sldMasterMkLst>
        <pc:sldLayoutChg chg="addSp 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913310372" sldId="2147483880"/>
          </pc:sldLayoutMkLst>
          <pc:grpChg chg="add">
            <ac:chgData name="Jeevan Kumar" userId="69c72e276ee502f3" providerId="LiveId" clId="{08C7F062-52A8-472F-8D0F-F8AAE49C889A}" dt="2026-04-30T07:46:04.495" v="26"/>
            <ac:grpSpMkLst>
              <pc:docMk/>
              <pc:sldMasterMk cId="1124104469" sldId="2147483879"/>
              <pc:sldLayoutMk cId="913310372" sldId="2147483880"/>
              <ac:grpSpMk id="7" creationId="{8F0EB3ED-D8F5-2145-0CFA-FD1529B8A017}"/>
            </ac:grpSpMkLst>
          </pc:grpChg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2949437711" sldId="2147483881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2095126994" sldId="2147483882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1192438089" sldId="2147483883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3828559308" sldId="2147483884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3981964194" sldId="2147483885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3978128975" sldId="2147483886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1929194547" sldId="2147483887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2492794995" sldId="2147483888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3826700369" sldId="2147483889"/>
          </pc:sldLayoutMkLst>
        </pc:sldLayoutChg>
        <pc:sldLayoutChg chg="modTransition">
          <pc:chgData name="Jeevan Kumar" userId="69c72e276ee502f3" providerId="LiveId" clId="{08C7F062-52A8-472F-8D0F-F8AAE49C889A}" dt="2026-04-30T07:46:04.495" v="26"/>
          <pc:sldLayoutMkLst>
            <pc:docMk/>
            <pc:sldMasterMk cId="1124104469" sldId="2147483879"/>
            <pc:sldLayoutMk cId="1277309411" sldId="21474838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4/30/2026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4/30/2026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F2D5-8E20-DCED-ECDE-0242D89F2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22D07-F127-6BEC-AFE5-DCC1A382B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0B453-0728-6BBC-7933-54D87A32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C847-D284-421D-B330-2D43513B0F9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6A664-075F-622F-0E47-0ED0DFD7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74A6-16FB-F844-35FC-2AE321FF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 descr="Stack of books">
            <a:extLst>
              <a:ext uri="{FF2B5EF4-FFF2-40B4-BE49-F238E27FC236}">
                <a16:creationId xmlns:a16="http://schemas.microsoft.com/office/drawing/2014/main" id="{8F0EB3ED-D8F5-2145-0CFA-FD1529B8A017}"/>
              </a:ext>
            </a:extLst>
          </p:cNvPr>
          <p:cNvGrpSpPr/>
          <p:nvPr userDrawn="1"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D0C10A-025A-19D2-1F02-141BC8CD636D}"/>
                </a:ext>
              </a:extLst>
            </p:cNvPr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D8390E-B396-4183-FAB7-2190A5655A87}"/>
                </a:ext>
              </a:extLst>
            </p:cNvPr>
            <p:cNvGrpSpPr/>
            <p:nvPr/>
          </p:nvGrpSpPr>
          <p:grpSpPr>
            <a:xfrm>
              <a:off x="0" y="0"/>
              <a:ext cx="4726044" cy="6858000"/>
              <a:chOff x="0" y="0"/>
              <a:chExt cx="4726044" cy="6858000"/>
            </a:xfrm>
          </p:grpSpPr>
          <p:pic>
            <p:nvPicPr>
              <p:cNvPr id="10" name="Picture 9" descr="Stack of books">
                <a:extLst>
                  <a:ext uri="{FF2B5EF4-FFF2-40B4-BE49-F238E27FC236}">
                    <a16:creationId xmlns:a16="http://schemas.microsoft.com/office/drawing/2014/main" id="{E9B78698-D0A3-8C64-40C4-B69F5899A8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599F18-0CA1-84CE-49C0-4F946D970EA8}"/>
                  </a:ext>
                </a:extLst>
              </p:cNvPr>
              <p:cNvSpPr/>
              <p:nvPr/>
            </p:nvSpPr>
            <p:spPr>
              <a:xfrm>
                <a:off x="4588884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331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B319-B69F-A2CB-B51E-135D99F4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5B3C1-6BDE-F353-D9FE-70831FE1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66981-89DD-0456-3273-A73B2725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85147-19A6-4970-A04E-ED9B1D83C0F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CD10A-2590-7C8C-9435-D64AD7EE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0E602-F9BE-1207-CEFA-12BF40EE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3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8DE9-618B-E5ED-6F35-04368074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7B3EC-AEC1-D913-E894-C00C5F9F1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4D21C-4C4D-1ABF-E92C-F5ECF652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1008-E89D-49CD-9BF4-E6F3FE09F7A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873C-27CF-E283-C6AF-2AFE4600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2C072-3AC9-D844-06F0-70FA384C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0760-FEB3-70D7-E36E-65D1DCB2F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06417-0540-A2BC-287F-38C7B76D7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956D2-6045-BBD1-C371-FEABEC0A9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7F5B9-134E-E26F-0962-A5F9F581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199F-4583-41EB-929F-5865E95EECAA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86C0-D4B8-A4EB-A346-81B24928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41805-DAB5-55EB-D1FF-162EBE4C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3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9ABC-627B-6939-C0B3-D0E5E7E6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7FDC2-8658-B384-3D1A-D9858CFF8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172F8-B5AC-18EB-F79E-F57623416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6D5F2-0F7F-DD5C-0F1D-4B37A6490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A95EF-109B-AB70-2610-8B8EEACAC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A0EB2-03F5-881A-105A-D317DF65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52EB-356C-4482-B27C-7C8E08F5D88F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50B7B-FDBB-1A1B-A091-3C08453B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11B25-FF0C-5DE2-0D7E-D1D07B00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5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50E7-BEAF-DDA8-A105-421AD660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9A9BB-6403-8894-334E-79A5A160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895E-43C3-4560-B59A-90049317E860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670C7-D5CB-119A-D944-037B2F4B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F8FB0-7A5D-5F9F-07AB-CF957392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6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5654E-D98E-0427-620B-930A89C1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8C32-B81D-4A68-A851-5185C690F024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D65DB-8465-7CEB-F0AE-62906EB3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BE433-92BD-9542-BEF8-8F6D9A84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2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A91F-5409-1B85-BD76-162C3FB0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D9BB-90FD-4F33-9896-15FE1E603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80F9C-D3E9-B4AA-A559-047281D3E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A6B87-CE3F-B92D-6D2C-EDC29C45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65D79-EF31-4E8F-A1BE-AF31805C2859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E84F1-F963-DC48-501A-B0BB068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FBEA1-DECF-FC99-68F1-1BACA6E7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9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FBEB-F149-2DDA-336C-95D755CA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3B5B3-4E83-77A4-8D11-A874FFA2D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DDD34-3D37-6AA9-7540-7DD4E7D21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63960-3462-A8B7-A29A-FB94FD20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BA3B-941F-4778-A0CB-865223FDAE69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2F474-329E-5F22-9023-7F233C8F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60E62-5A7A-8997-85BB-1D12B187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DA00-5271-CF90-7983-DFBBE4B5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F7BA0-893F-B30C-05C2-E55C11581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16B9A-9FE6-588C-DF3B-75A9F146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87518-40ED-4895-8580-DE2A722FC423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B3E5-C6DA-44E1-AB11-1ACC9BE9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E7AA1-C7F0-5E5F-7E98-B6AC5955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0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B3B73-2B47-511B-0723-675FABA1C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D6C94-FAC3-DE0A-18F9-D301D08F4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334CB-7DDE-153B-5D07-F45ECEBB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9F34-BDBC-4273-B9BC-22458F940BE7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CD907-6774-B7AF-B8F3-24B6DFC2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2FB38-2D3E-8A07-B1CC-0C9CC917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0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2D406-EDBC-B74E-2FA0-4E193921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94777-A3DF-D0AF-DAA2-989FDDE20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1969-F74A-3CF2-9FEE-1B4BF0120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BFD46-0FD3-4428-ADEC-1DFD6489930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31F43-03C5-FBF4-6411-E2270B1F2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83ADF-3A42-12D4-25D4-AF052F204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0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3BA67A3-7A60-07E3-725E-866FB980B4F8}"/>
              </a:ext>
            </a:extLst>
          </p:cNvPr>
          <p:cNvSpPr txBox="1"/>
          <p:nvPr/>
        </p:nvSpPr>
        <p:spPr>
          <a:xfrm>
            <a:off x="549797" y="1916833"/>
            <a:ext cx="1108923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													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High-Availability Multi-City ISP Backbone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Architecture with Redundancy and Secure Routing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37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 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Elements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Topology 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Protocols 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pPr>
              <a:buClr>
                <a:schemeClr val="tx1"/>
              </a:buCl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7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8FF836-2634-D6FB-4209-13B5B0DA82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7309" y="1946365"/>
            <a:ext cx="10157354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designs a multi-city ISP backbone network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usage is increasing, so fast and reliable networks are needed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ISPs provide internet connectivity to users across different locations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redundancy and routing protocols for high availability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secure, scalable, and efficient network performance </a:t>
            </a:r>
          </a:p>
        </p:txBody>
      </p:sp>
    </p:spTree>
    <p:extLst>
      <p:ext uri="{BB962C8B-B14F-4D97-AF65-F5344CB8AC3E}">
        <p14:creationId xmlns:p14="http://schemas.microsoft.com/office/powerpoint/2010/main" val="31057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Suboptimal Path Selection and Latency Issues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Misconfiguration and Traffic Blackholing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Load Balancing During Failures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Leaks and Security Risks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Policy Management Challenges</a:t>
            </a:r>
          </a:p>
        </p:txBody>
      </p:sp>
    </p:spTree>
    <p:extLst>
      <p:ext uri="{BB962C8B-B14F-4D97-AF65-F5344CB8AC3E}">
        <p14:creationId xmlns:p14="http://schemas.microsoft.com/office/powerpoint/2010/main" val="371452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Elements: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– points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Computer, Laptops, Smart phones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Cables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1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DFD0F6-1F96-7DC4-9FDC-5EA1C194C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19" y="1825625"/>
            <a:ext cx="87299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F1366F-FEE0-634B-2E95-686F274CAA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3853" y="2083545"/>
            <a:ext cx="9505056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 ISP backbone connects all cities and networks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city has its own local network with switches and routers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Redundant paths are used to avoid network failure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and external services are connected through the backbone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access the network through organized VLAN-based connections </a:t>
            </a:r>
          </a:p>
        </p:txBody>
      </p:sp>
    </p:spTree>
    <p:extLst>
      <p:ext uri="{BB962C8B-B14F-4D97-AF65-F5344CB8AC3E}">
        <p14:creationId xmlns:p14="http://schemas.microsoft.com/office/powerpoint/2010/main" val="359681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309" y="1701800"/>
            <a:ext cx="10157354" cy="323936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OSPF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BGP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HSRP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VLANs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6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1FCBE1-D915-0750-2B66-F68328CD8E35}"/>
              </a:ext>
            </a:extLst>
          </p:cNvPr>
          <p:cNvSpPr txBox="1"/>
          <p:nvPr/>
        </p:nvSpPr>
        <p:spPr>
          <a:xfrm>
            <a:off x="3142084" y="692697"/>
            <a:ext cx="6001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VLAN(Virtual Local Area Network)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B3A8E-33BD-9682-0030-2E1746613836}"/>
              </a:ext>
            </a:extLst>
          </p:cNvPr>
          <p:cNvSpPr txBox="1"/>
          <p:nvPr/>
        </p:nvSpPr>
        <p:spPr>
          <a:xfrm>
            <a:off x="1053852" y="1232408"/>
            <a:ext cx="80901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logically divide a physical network into multiple smaller networks.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security, reduces broadcast traffic, and organizes departments efficiently.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ADMIN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fa0/1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switchport mode access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switchport access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</a:p>
        </p:txBody>
      </p:sp>
    </p:spTree>
    <p:extLst>
      <p:ext uri="{BB962C8B-B14F-4D97-AF65-F5344CB8AC3E}">
        <p14:creationId xmlns:p14="http://schemas.microsoft.com/office/powerpoint/2010/main" val="283844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762F5-9566-70D9-C72B-CFFAD5EB2FE7}"/>
              </a:ext>
            </a:extLst>
          </p:cNvPr>
          <p:cNvSpPr txBox="1"/>
          <p:nvPr/>
        </p:nvSpPr>
        <p:spPr>
          <a:xfrm>
            <a:off x="3286100" y="1011500"/>
            <a:ext cx="5857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Inter-VLAN Routing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FC201-F6BA-8F87-9129-68F45EA08C68}"/>
              </a:ext>
            </a:extLst>
          </p:cNvPr>
          <p:cNvSpPr txBox="1"/>
          <p:nvPr/>
        </p:nvSpPr>
        <p:spPr>
          <a:xfrm>
            <a:off x="765820" y="2060848"/>
            <a:ext cx="83781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Inter-VLAN Routing allows communication between different VLANs using a router or Layer-3 switch.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this, devices in different VLANs cannot communicate.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g0/0.10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dot1Q 10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192.168.10.1 255.255.255.0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shutdown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33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62AC4D-EFDB-566E-89CE-CB9DA6C40B0F}"/>
              </a:ext>
            </a:extLst>
          </p:cNvPr>
          <p:cNvSpPr txBox="1"/>
          <p:nvPr/>
        </p:nvSpPr>
        <p:spPr>
          <a:xfrm>
            <a:off x="2926060" y="1124744"/>
            <a:ext cx="6552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DHCP (Dynamic Host Configuration Protocol)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9C9FD-AE8D-0F12-5FDC-2C8EB3D1646E}"/>
              </a:ext>
            </a:extLst>
          </p:cNvPr>
          <p:cNvSpPr txBox="1"/>
          <p:nvPr/>
        </p:nvSpPr>
        <p:spPr>
          <a:xfrm>
            <a:off x="765820" y="1355518"/>
            <a:ext cx="95770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automatically assigns IP addresses and network configuration (subnet mask, gateway) to devices, reducing manual work and errors.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excluded-address 192.168.1.1 192.168.1.10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pool VLAN10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192.168.1.0 255.255.255.0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default-router 192.168.1.1</a:t>
            </a:r>
          </a:p>
        </p:txBody>
      </p:sp>
    </p:spTree>
    <p:extLst>
      <p:ext uri="{BB962C8B-B14F-4D97-AF65-F5344CB8AC3E}">
        <p14:creationId xmlns:p14="http://schemas.microsoft.com/office/powerpoint/2010/main" val="142781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22715-8ADB-5CC3-7440-45927B7DE21F}"/>
              </a:ext>
            </a:extLst>
          </p:cNvPr>
          <p:cNvSpPr txBox="1"/>
          <p:nvPr/>
        </p:nvSpPr>
        <p:spPr>
          <a:xfrm>
            <a:off x="2782044" y="820610"/>
            <a:ext cx="6361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OSPF (Open Shortest Path First)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D6216-D937-4BC5-C1F7-241E853BA83E}"/>
              </a:ext>
            </a:extLst>
          </p:cNvPr>
          <p:cNvSpPr txBox="1"/>
          <p:nvPr/>
        </p:nvSpPr>
        <p:spPr>
          <a:xfrm>
            <a:off x="837828" y="1909516"/>
            <a:ext cx="83061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OSPF is a dynamic routing protocol that automatically finds the best path for data transmission using the shortest path algorithm.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ospf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192.168.1.0 0.0.0.255 area 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62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4EAC79-3521-3B88-1C1F-FEBA50E4614B}"/>
              </a:ext>
            </a:extLst>
          </p:cNvPr>
          <p:cNvSpPr txBox="1"/>
          <p:nvPr/>
        </p:nvSpPr>
        <p:spPr>
          <a:xfrm>
            <a:off x="2926060" y="764704"/>
            <a:ext cx="6217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HSRP (Hot Standby Router Protocol)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C0A11-F615-ABB0-CDD9-9CE54053644D}"/>
              </a:ext>
            </a:extLst>
          </p:cNvPr>
          <p:cNvSpPr txBox="1"/>
          <p:nvPr/>
        </p:nvSpPr>
        <p:spPr>
          <a:xfrm>
            <a:off x="981844" y="1540184"/>
            <a:ext cx="81621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HSRP provides redundancy by using two routers. One router is active and the other is standby. If the active router fails, the standby takes over automatically.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standby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standby 1 priority 110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standby 1 preempt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00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F710C8-BE88-B519-3564-B0E13D91A95F}"/>
              </a:ext>
            </a:extLst>
          </p:cNvPr>
          <p:cNvSpPr txBox="1"/>
          <p:nvPr/>
        </p:nvSpPr>
        <p:spPr>
          <a:xfrm>
            <a:off x="2349996" y="692696"/>
            <a:ext cx="7082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eBGP(External Border Gateway Protocol)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75AD7-65ED-59FA-0F43-C3210A6C3377}"/>
              </a:ext>
            </a:extLst>
          </p:cNvPr>
          <p:cNvSpPr txBox="1"/>
          <p:nvPr/>
        </p:nvSpPr>
        <p:spPr>
          <a:xfrm>
            <a:off x="1053852" y="1540184"/>
            <a:ext cx="80901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eBGP (External Border Gateway Protocol) is used to exchange routing information between different Autonomous Systems (AS)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65000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 192.168.1.2 remote-as 65010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10.10.10.0 mask 255.255.255.0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4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AD74-0A07-B107-C90E-6DF94170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6E3C11-6F30-D434-E20B-486BE7061E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821" y="344647"/>
            <a:ext cx="10225136" cy="520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successfully designs a scalable and high-availability multi-city ISP backbone with optimized routing, redundancy, and secure policy-controlled peering.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implemented architecture ensures low latency, stable traffic flow, fast   failover, and protection against routing leaks and misconfigurations.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network can be expanded to new cities with enhanced automation, centralized policy management, and improved traffic engineering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40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55F4-366F-3F7C-0D29-B1E736E4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407288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754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</TotalTime>
  <Words>575</Words>
  <Application>Microsoft Office PowerPoint</Application>
  <PresentationFormat>Custom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PowerPoint Presentation</vt:lpstr>
      <vt:lpstr>Table Contents:</vt:lpstr>
      <vt:lpstr>Introduction:</vt:lpstr>
      <vt:lpstr>Problem Statement:</vt:lpstr>
      <vt:lpstr>Network Elements:</vt:lpstr>
      <vt:lpstr>Topology:</vt:lpstr>
      <vt:lpstr>Architecture:</vt:lpstr>
      <vt:lpstr>                      Protocols: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Scope</vt:lpstr>
      <vt:lpstr>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SIDDI OBUL REDDY</dc:creator>
  <cp:lastModifiedBy>Jeevan Kumar</cp:lastModifiedBy>
  <cp:revision>14</cp:revision>
  <dcterms:created xsi:type="dcterms:W3CDTF">2026-03-03T07:16:58Z</dcterms:created>
  <dcterms:modified xsi:type="dcterms:W3CDTF">2026-04-30T07:52:12Z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